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项目汇报演示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ShitBot PPT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2026年3月14日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项目背景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技术方案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实施计划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预期成果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市场需求分析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技术发展趋势</a:t>
            </a:r>
          </a:p>
          <a:p>
            <a:pPr>
              <a:spcAft>
                <a:spcPts val="600"/>
              </a:spcAft>
              <a:defRPr sz="2200">
                <a:solidFill>
                  <a:srgbClr val="323232"/>
                </a:solidFill>
              </a:defRPr>
            </a:pPr>
            <a:r>
              <a:t>• 核心问题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 ◦ 用户痛点明确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 ◦ 解决方案缺失</a:t>
            </a:r>
          </a:p>
          <a:p>
            <a:pPr>
              <a:spcAft>
                <a:spcPts val="400"/>
              </a:spcAft>
              <a:defRPr sz="2000">
                <a:solidFill>
                  <a:srgbClr val="323232"/>
                </a:solidFill>
              </a:defRPr>
            </a:pPr>
            <a:r>
              <a:t>    ◦ 市场机会巨大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项目定位与目标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技术方案对比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方案A：传统架构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成熟稳定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学习成本低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社区支持完善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扩展性一般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方案B：微服务架构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高度可扩展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技术栈现代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运维复杂度高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适合大规模应用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645920"/>
            <a:ext cx="18288" cy="457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实施计划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005840">
                <a:tc>
                  <a:txBody>
                    <a:bodyPr/>
                    <a:lstStyle/>
                    <a:p>
                      <a:pPr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主要任务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2000">
                          <a:solidFill>
                            <a:srgbClr val="FFFFFF"/>
                          </a:solidFill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第一阶段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1-2月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需求分析与设计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张三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第二阶段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3-4月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核心功能开发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李四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第三阶段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5-6月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测试与优化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王五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第四阶段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7月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部署上线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323232"/>
                          </a:solidFill>
                        </a:defRPr>
                      </a:pPr>
                      <a:r>
                        <a:t>赵六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第4部分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497D"/>
                </a:solidFill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项目目标明确，方案可行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技术选型合理，风险可控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团队配置完善，进度有保障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预期成果显著，价值突出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欢迎提问与交流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2026年03月14日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